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D0E35-ED7C-0D64-823F-361E8135F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C0030-7816-1B9F-6821-D9ABFE1EB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9BAA4-7CE6-096D-7F34-36B2C904E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6E02-54D3-42E2-AB23-CBC7145C57F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78115-3A84-28D0-9C05-63F01531D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7620B-B863-7C78-CE98-61C69C27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7FD8-E985-433D-95D5-4FD080C5F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80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4467-8A45-45F4-C3C0-BFA9E31F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EE695-2B2D-C2F9-8FC5-10AEDC2DE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77ED5-276E-DC05-165D-E1B7ACF8B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6E02-54D3-42E2-AB23-CBC7145C57F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34AC3-DFDA-C309-6ACF-2AA02BED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33825-3455-8904-A107-96A73C88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7FD8-E985-433D-95D5-4FD080C5F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5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17C8-F7A3-ACB5-8AC0-72EFAF625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DE0A0-F377-DD82-DFC3-51E89AF3D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9CC3D-99D1-B9AB-D4A0-74ABA3218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6E02-54D3-42E2-AB23-CBC7145C57F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D3B4D-4F3E-1A81-9238-AEC459B4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096CD-FC0F-C002-0CCB-FD13336C3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7FD8-E985-433D-95D5-4FD080C5F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35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CBC7-6290-FB50-CE43-15224F0C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C8714-9F01-2A1E-F3ED-53D0E6B6D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33A5F-41C5-7A67-1B80-3044F206D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38613-1B2D-9382-9953-57633C3C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6E02-54D3-42E2-AB23-CBC7145C57F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FA362-5CFD-E870-A5FF-5CB970D0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FDB11-7523-F20F-B351-7C7F5C788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7FD8-E985-433D-95D5-4FD080C5F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8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51F3-BE37-D60B-99D9-56F6B9B0D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756D9-5FE8-BDCF-A312-D52D0D028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ED705-CF69-7344-0A97-032691122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01FF94-ABB4-67DE-0F7B-2DBD5FFDE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F84FF-E59B-F5F1-F2B6-551B02BC02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0282C-BF3D-80FD-4D13-3DC28466A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6E02-54D3-42E2-AB23-CBC7145C57F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AD6BA1-3CF5-133D-3A35-5E29EFB4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0B519-A845-4C80-DB32-B1217D0B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7FD8-E985-433D-95D5-4FD080C5F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20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C0413-D4E6-84F6-058A-C858F641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E67A0-6A87-9F35-3180-77C9AA6A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6E02-54D3-42E2-AB23-CBC7145C57F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F335D-E85C-EE92-72BF-9B3065F08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68822-8743-A11E-1166-EA585F8E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7FD8-E985-433D-95D5-4FD080C5F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E5B685-C747-8706-77BF-A599E651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6E02-54D3-42E2-AB23-CBC7145C57F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A93B8D-FFCA-C8E0-A8AF-EE2A5131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ECFF0-A26F-30DC-6546-049C7D82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7FD8-E985-433D-95D5-4FD080C5F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78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998F7-DB26-667C-A86F-55B54421F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64F5D-E099-4C7D-347D-E83A35906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0E050-C102-354E-4F4F-83E32F952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9BA5-CA56-990D-F3C2-DFEBF5FF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6E02-54D3-42E2-AB23-CBC7145C57F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B75E4-1EF8-2224-3407-34A8704C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8D470-7A83-F9F1-621D-6D6698A7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7FD8-E985-433D-95D5-4FD080C5F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08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E4B1-0ADF-C429-86D7-6AE3E0AD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A908BC-F819-1F26-77F4-8EFA77B47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86CE6-6108-15D9-4382-9AFD5FFF8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E1000-B7B1-B62D-61B0-702AEBE1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6E02-54D3-42E2-AB23-CBC7145C57F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B4C6B-ADD2-6772-6D4D-5208081D7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EB014-1558-D025-50D0-29B196BD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7FD8-E985-433D-95D5-4FD080C5F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5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8545-1447-1B7D-D9BF-1E7C977A4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8A732-B274-9DE2-E0A2-4106D3062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A14AD-B850-1597-3718-EAE98C3E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6E02-54D3-42E2-AB23-CBC7145C57F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29AA-8CDA-3024-6C81-754FAC1A0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F2C73-4911-2938-17FE-7000A9FDD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7FD8-E985-433D-95D5-4FD080C5F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3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8E7410-53CE-8C7F-904C-F6D7348B4E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51AE8-8BFA-8F5F-5FC0-A398473E2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D92C3-B3E1-5899-FBD3-1C96D5E8E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6E02-54D3-42E2-AB23-CBC7145C57F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65115-65DD-ECE2-8E9E-BF08B5A0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431F4-E899-8465-A25C-777DD5A1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7FD8-E985-433D-95D5-4FD080C5F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0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F5E3A-333A-EFE7-23CF-A41B84EE9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E477D-C7C6-1A5A-47E3-B02E3FFA3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3C5DB-1C56-69FC-4249-E9D631613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F76E02-54D3-42E2-AB23-CBC7145C57F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86A58-2514-148D-BDB8-A55E69962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6FF44-3189-47D4-EEB5-2FBF2916C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47FD8-E985-433D-95D5-4FD080C5F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3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710B-7758-190E-A5D9-7CAEE11C1C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E4F92-0DB2-34F5-2818-388363936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8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Molczyk</dc:creator>
  <cp:lastModifiedBy>Michael Molczyk</cp:lastModifiedBy>
  <cp:revision>1</cp:revision>
  <dcterms:created xsi:type="dcterms:W3CDTF">2026-04-13T17:03:12Z</dcterms:created>
  <dcterms:modified xsi:type="dcterms:W3CDTF">2026-04-13T17:04:21Z</dcterms:modified>
</cp:coreProperties>
</file>